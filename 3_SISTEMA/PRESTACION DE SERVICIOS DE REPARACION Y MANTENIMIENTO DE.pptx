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7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07648-BA09-1995-8696-14BDFE862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400" dirty="0"/>
              <a:t>PRESTACION DE SERVICIOS DE REPARACION Y MANTENIMIENTO DE EQUIPOS ELECTRONICOS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202341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A8D84-E3C7-F2CB-7327-64820B13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GENERAL DEL CU</a:t>
            </a:r>
            <a:endParaRPr lang="es-P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5A148-C0FE-55E7-B3FE-1611186F8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403171"/>
            <a:ext cx="10177462" cy="524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1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7D254-60BC-258A-4E94-D47B5854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LOS ACTORES DE USO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4F1F07-2A1F-25C7-732F-FFD2AA92C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026" y="1993690"/>
            <a:ext cx="8154649" cy="429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2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CCE78-9E86-F6FA-D4FF-9CB3A20B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LOS CASOS DE USO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14FD9C-E901-DAAF-2BF7-2CD8236CB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1699977"/>
            <a:ext cx="8592749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642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106</TotalTime>
  <Words>26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Ion</vt:lpstr>
      <vt:lpstr>PRESTACION DE SERVICIOS DE REPARACION Y MANTENIMIENTO DE EQUIPOS ELECTRONICOS</vt:lpstr>
      <vt:lpstr>DIAGRAMA GENERAL DEL CU</vt:lpstr>
      <vt:lpstr>DIAGRAMA DE LOS ACTORES DE USO</vt:lpstr>
      <vt:lpstr>DIAGRAMA DE LOS CASOS DE USO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I202334208 (VILLALOBOS CASTILLO,MARCELO JESUS)</cp:lastModifiedBy>
  <cp:revision>2</cp:revision>
  <dcterms:created xsi:type="dcterms:W3CDTF">2026-06-01T01:17:28Z</dcterms:created>
  <dcterms:modified xsi:type="dcterms:W3CDTF">2026-06-04T06:37:35Z</dcterms:modified>
</cp:coreProperties>
</file>