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7" autoAdjust="0"/>
    <p:restoredTop sz="94660"/>
  </p:normalViewPr>
  <p:slideViewPr>
    <p:cSldViewPr snapToGrid="0">
      <p:cViewPr varScale="1">
        <p:scale>
          <a:sx n="64" d="100"/>
          <a:sy n="64" d="100"/>
        </p:scale>
        <p:origin x="2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07648-BA09-1995-8696-14BDFE862C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4400" dirty="0"/>
              <a:t>PRESTACION DE SERVICIOS DE REPARACION Y MANTENIMIENTO DE EQUIPOS ELECTRONICOS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2023412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A8D84-E3C7-F2CB-7327-64820B135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GENERAL DEL CU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8F03138-43E8-5AF9-6232-EF43536C1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13" y="1453108"/>
            <a:ext cx="9404723" cy="495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1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7D254-60BC-258A-4E94-D47B58545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DE LOS ACTORES DE USO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4F1F07-2A1F-25C7-732F-FFD2AA92C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026" y="1993690"/>
            <a:ext cx="8154649" cy="429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20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CCE78-9E86-F6FA-D4FF-9CB3A20B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DE LOS CASOS DE USO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14FD9C-E901-DAAF-2BF7-2CD8236CB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25" y="1699977"/>
            <a:ext cx="8592749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642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</TotalTime>
  <Words>26</Words>
  <Application>Microsoft Office PowerPoint</Application>
  <PresentationFormat>Panorámica</PresentationFormat>
  <Paragraphs>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Century Gothic</vt:lpstr>
      <vt:lpstr>Wingdings 3</vt:lpstr>
      <vt:lpstr>Ion</vt:lpstr>
      <vt:lpstr>PRESTACION DE SERVICIOS DE REPARACION Y MANTENIMIENTO DE EQUIPOS ELECTRONICOS</vt:lpstr>
      <vt:lpstr>DIAGRAMA GENERAL DEL CU</vt:lpstr>
      <vt:lpstr>DIAGRAMA DE LOS ACTORES DE USO</vt:lpstr>
      <vt:lpstr>DIAGRAMA DE LOS CASOS DE USO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1</cp:revision>
  <dcterms:created xsi:type="dcterms:W3CDTF">2026-06-01T01:17:28Z</dcterms:created>
  <dcterms:modified xsi:type="dcterms:W3CDTF">2026-06-01T01:30:45Z</dcterms:modified>
</cp:coreProperties>
</file>