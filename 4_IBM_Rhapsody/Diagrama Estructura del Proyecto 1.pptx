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7" autoAdjust="0"/>
    <p:restoredTop sz="94660"/>
  </p:normalViewPr>
  <p:slideViewPr>
    <p:cSldViewPr snapToGrid="0">
      <p:cViewPr varScale="1">
        <p:scale>
          <a:sx n="64" d="100"/>
          <a:sy n="64" d="100"/>
        </p:scale>
        <p:origin x="2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85065-BE56-E2AF-B801-BE1359206F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5400" dirty="0"/>
              <a:t>Estructura del Proyecto 1</a:t>
            </a:r>
            <a:br>
              <a:rPr lang="es-ES" sz="5400" dirty="0"/>
            </a:br>
            <a:br>
              <a:rPr lang="es-ES" sz="5400" dirty="0"/>
            </a:br>
            <a:r>
              <a:rPr lang="es-ES" sz="1800" dirty="0"/>
              <a:t>- </a:t>
            </a:r>
            <a:r>
              <a:rPr lang="es-MX" sz="1800" dirty="0"/>
              <a:t>PRESTACION DE SERVICIOS DE REPARACION Y MANTENIMIENTO INTEGRAL DE EQUIPOS ELECTRONICOS</a:t>
            </a:r>
            <a:br>
              <a:rPr lang="es-ES" sz="5400" dirty="0"/>
            </a:br>
            <a:endParaRPr lang="es-PE" sz="5400" dirty="0"/>
          </a:p>
        </p:txBody>
      </p:sp>
    </p:spTree>
    <p:extLst>
      <p:ext uri="{BB962C8B-B14F-4D97-AF65-F5344CB8AC3E}">
        <p14:creationId xmlns:p14="http://schemas.microsoft.com/office/powerpoint/2010/main" val="1799523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5713B-9F44-107F-678B-FE981064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GENERAL DEL CUN_01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9A0BCA-EFD4-72E2-FFC6-FFB7AFBEC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023" y="2083834"/>
            <a:ext cx="7840169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58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8E14C-0753-997D-C21F-A6DB6F2E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DEL CUN VS ON 1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3F543A-9792-3C04-789A-C9A8F9472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085" y="1699275"/>
            <a:ext cx="8904157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0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89464-DD48-C675-8FEE-0D12CF32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DE CLASES CUN 1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4C48D4-9FD2-14AD-A989-58F71E87C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71" y="1528997"/>
            <a:ext cx="9578714" cy="511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19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E9FE0-F755-5DC1-8ADF-9FE2E5738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STATECHART: ORDEN DE SERVICIO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EA638C-661E-EC48-0B12-FA1DE3719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6" y="1461117"/>
            <a:ext cx="10269383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59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C9C90-D2A2-3561-CE46-A2CBB19A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STATECHART: BOLETA MANUAL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F344AC-AC51-8548-67F5-010FEF658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70" y="1483387"/>
            <a:ext cx="9146259" cy="492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16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95C5A-7B23-8822-7FC2-358CFB65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STATECHART: REPORTE DE SERVICIO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AF5058-60A7-D716-AA7C-8323E541C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509" y="1775482"/>
            <a:ext cx="8056069" cy="462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01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50</Words>
  <Application>Microsoft Office PowerPoint</Application>
  <PresentationFormat>Panorámica</PresentationFormat>
  <Paragraphs>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Estructura del Proyecto 1  - PRESTACION DE SERVICIOS DE REPARACION Y MANTENIMIENTO INTEGRAL DE EQUIPOS ELECTRONICOS </vt:lpstr>
      <vt:lpstr>DIAGRAMA GENERAL DEL CUN_01</vt:lpstr>
      <vt:lpstr>DIAGRAMA DEL CUN VS ON 1</vt:lpstr>
      <vt:lpstr>DIAGRAMA DE CLASES CUN 1</vt:lpstr>
      <vt:lpstr>STATECHART: ORDEN DE SERVICIO</vt:lpstr>
      <vt:lpstr>STATECHART: BOLETA MANUAL</vt:lpstr>
      <vt:lpstr>STATECHART: REPORTE DE SERVICIO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1</cp:revision>
  <dcterms:created xsi:type="dcterms:W3CDTF">2026-06-01T01:32:23Z</dcterms:created>
  <dcterms:modified xsi:type="dcterms:W3CDTF">2026-06-01T01:47:17Z</dcterms:modified>
</cp:coreProperties>
</file>